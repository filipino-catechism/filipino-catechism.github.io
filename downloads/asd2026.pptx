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8" r:id="rId5"/>
    <p:sldId id="258" r:id="rId6"/>
    <p:sldId id="265" r:id="rId7"/>
    <p:sldId id="266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9" autoAdjust="0"/>
    <p:restoredTop sz="94660"/>
  </p:normalViewPr>
  <p:slideViewPr>
    <p:cSldViewPr snapToGrid="0">
      <p:cViewPr varScale="1">
        <p:scale>
          <a:sx n="81" d="100"/>
          <a:sy n="81" d="100"/>
        </p:scale>
        <p:origin x="79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529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852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7189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752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78686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041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684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713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6645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382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187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0716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9591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8059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3138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07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44B89-9749-4A78-9D94-D0ED07E0F3F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C7C8EE-96C3-49F9-8713-933DF28B38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277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01BF7C-DD07-240E-82E8-2EE069A2E50B}"/>
              </a:ext>
            </a:extLst>
          </p:cNvPr>
          <p:cNvSpPr txBox="1"/>
          <p:nvPr/>
        </p:nvSpPr>
        <p:spPr>
          <a:xfrm>
            <a:off x="1271030" y="585574"/>
            <a:ext cx="936642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dirty="0"/>
              <a:t>Overall Coordinating Committee</a:t>
            </a:r>
          </a:p>
          <a:p>
            <a:endParaRPr lang="en-PH" sz="2400" dirty="0"/>
          </a:p>
          <a:p>
            <a:r>
              <a:rPr lang="en-PH" sz="2400" dirty="0"/>
              <a:t>Leads: Kaycee Oligo-Sigua &amp; Kerima Montero</a:t>
            </a:r>
          </a:p>
          <a:p>
            <a:r>
              <a:rPr lang="en-PH" sz="2400" dirty="0"/>
              <a:t>Assist: Kenneth Sigua</a:t>
            </a:r>
          </a:p>
          <a:p>
            <a:endParaRPr lang="en-PH" sz="2400" dirty="0"/>
          </a:p>
          <a:p>
            <a:r>
              <a:rPr lang="en-PH" sz="2400" dirty="0"/>
              <a:t>Members (24)</a:t>
            </a:r>
          </a:p>
          <a:p>
            <a:r>
              <a:rPr lang="en-PH" sz="2400" dirty="0"/>
              <a:t>All Level 5 Catechist &amp; Assistant Catechists (11)</a:t>
            </a:r>
          </a:p>
          <a:p>
            <a:r>
              <a:rPr lang="en-PH" sz="2400" dirty="0"/>
              <a:t>All Level 8 Catechist &amp; Assistant Catechists (9)</a:t>
            </a:r>
          </a:p>
          <a:p>
            <a:r>
              <a:rPr lang="en-PH" sz="2400" dirty="0"/>
              <a:t>All Level 9 &amp; 10 Catechist &amp; Assistant Catechists (4)</a:t>
            </a:r>
          </a:p>
          <a:p>
            <a:endParaRPr lang="en-PH" sz="2400" dirty="0"/>
          </a:p>
          <a:p>
            <a:r>
              <a:rPr lang="en-PH" sz="2400" dirty="0"/>
              <a:t>Logistics &amp; Admin (4)</a:t>
            </a:r>
          </a:p>
          <a:p>
            <a:pPr marL="342900" indent="-342900">
              <a:buAutoNum type="arabicPeriod"/>
            </a:pPr>
            <a:r>
              <a:rPr lang="en-PH" sz="2400" dirty="0"/>
              <a:t>Ver Rabang</a:t>
            </a:r>
          </a:p>
          <a:p>
            <a:pPr marL="342900" indent="-342900">
              <a:buAutoNum type="arabicPeriod"/>
            </a:pPr>
            <a:r>
              <a:rPr lang="en-PH" sz="2400" dirty="0"/>
              <a:t>Ronald L. Racal</a:t>
            </a:r>
          </a:p>
          <a:p>
            <a:pPr marL="342900" indent="-342900">
              <a:buAutoNum type="arabicPeriod"/>
            </a:pPr>
            <a:r>
              <a:rPr lang="en-PH" sz="2400" dirty="0"/>
              <a:t>Fernando Reyes</a:t>
            </a:r>
          </a:p>
          <a:p>
            <a:pPr marL="342900" indent="-342900">
              <a:buAutoNum type="arabicPeriod"/>
            </a:pPr>
            <a:r>
              <a:rPr lang="en-PH" sz="2400" dirty="0"/>
              <a:t>Shea Andrei E. San Diego</a:t>
            </a:r>
          </a:p>
          <a:p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596777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0FD437-151D-32B6-EBEE-A7D871455F15}"/>
              </a:ext>
            </a:extLst>
          </p:cNvPr>
          <p:cNvSpPr txBox="1"/>
          <p:nvPr/>
        </p:nvSpPr>
        <p:spPr>
          <a:xfrm>
            <a:off x="558014" y="231052"/>
            <a:ext cx="5061252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400" dirty="0"/>
              <a:t>Program : Kaycee Oligo &amp; Kerima Montero </a:t>
            </a:r>
          </a:p>
          <a:p>
            <a:endParaRPr lang="en-PH" sz="1400" dirty="0"/>
          </a:p>
          <a:p>
            <a:r>
              <a:rPr lang="en-PH" sz="1400" dirty="0"/>
              <a:t>Emcee: Marvin Herrera &amp; Kerima Montero </a:t>
            </a:r>
          </a:p>
          <a:p>
            <a:endParaRPr lang="en-PH" sz="1400" dirty="0"/>
          </a:p>
          <a:p>
            <a:r>
              <a:rPr lang="en-PH" sz="1400" dirty="0"/>
              <a:t>Judges In-Charge Committee:  </a:t>
            </a:r>
          </a:p>
          <a:p>
            <a:r>
              <a:rPr lang="en-PH" sz="1400" dirty="0"/>
              <a:t>Lead: Anthony Tabing (L7)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1400" dirty="0"/>
              <a:t>Carlos Ilagan (L10)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1400" dirty="0"/>
              <a:t>Nida Garcia (L5)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1400" dirty="0"/>
              <a:t>Ronald Garcia (L5)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C238C9A-48C6-5C25-602C-CCB90D138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234" y="2458815"/>
            <a:ext cx="2703406" cy="2773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dk1"/>
                </a:solidFill>
              </a:rPr>
              <a:t>Program &amp;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Opening prayer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Welcome remarks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Introduction of the theme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Kids’ parade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Saint/costume 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Awarding of prizes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Closing prayer/remarks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Group photo</a:t>
            </a:r>
          </a:p>
          <a:p>
            <a:pPr>
              <a:buFont typeface="Arial" panose="020B0604020202020204" pitchFamily="34" charset="0"/>
              <a:buChar char="•"/>
            </a:pPr>
            <a:endParaRPr lang="en-PH" sz="14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3CE21F-FC0D-80D7-A11A-794392D2D33B}"/>
              </a:ext>
            </a:extLst>
          </p:cNvPr>
          <p:cNvSpPr txBox="1">
            <a:spLocks/>
          </p:cNvSpPr>
          <p:nvPr/>
        </p:nvSpPr>
        <p:spPr>
          <a:xfrm>
            <a:off x="2930314" y="2439163"/>
            <a:ext cx="3612726" cy="2616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chemeClr val="dk1"/>
                </a:solidFill>
              </a:rPr>
              <a:t>Program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Introduction of judges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Parade instructions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Announcements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Awarding 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Backup activities in case of delays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</a:rPr>
              <a:t>Microphone/speaker/music playlist</a:t>
            </a:r>
          </a:p>
          <a:p>
            <a:pPr>
              <a:buFont typeface="Arial" panose="020B0604020202020204" pitchFamily="34" charset="0"/>
              <a:buChar char="•"/>
            </a:pPr>
            <a:endParaRPr lang="en-PH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F237729-F550-005E-D014-D4621734A9CF}"/>
              </a:ext>
            </a:extLst>
          </p:cNvPr>
          <p:cNvSpPr txBox="1">
            <a:spLocks/>
          </p:cNvSpPr>
          <p:nvPr/>
        </p:nvSpPr>
        <p:spPr>
          <a:xfrm>
            <a:off x="5873328" y="2362759"/>
            <a:ext cx="2963088" cy="31613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dk1"/>
                </a:solidFill>
              </a:rPr>
              <a:t>Judges &amp; Awards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Judges for the parade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Judging criteria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Score sheets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Pens/clipboards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Award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Certificates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Prizes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Participation tokens/certificates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PH" sz="4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CBF5FC2-1471-279B-D9A8-21D3D202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328" y="5251406"/>
            <a:ext cx="2535810" cy="1321576"/>
          </a:xfrm>
        </p:spPr>
        <p:txBody>
          <a:bodyPr vert="horz" lIns="91440" tIns="45720" rIns="91440" bIns="45720" rtlCol="0">
            <a:normAutofit/>
          </a:bodyPr>
          <a:lstStyle/>
          <a:p>
            <a:pPr marL="171450" indent="-17145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Possible award categories:</a:t>
            </a: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Best Saint Costume</a:t>
            </a: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Most Creative Costume</a:t>
            </a: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Most Historical/Authentic</a:t>
            </a: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Best Presentation</a:t>
            </a: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Most Joyful Spirit</a:t>
            </a: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b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endParaRPr lang="en-PH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7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B4F6-0011-341C-856B-31105E68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A90B940-25D7-133E-FBC4-3B93BDEC288A}"/>
              </a:ext>
            </a:extLst>
          </p:cNvPr>
          <p:cNvSpPr txBox="1"/>
          <p:nvPr/>
        </p:nvSpPr>
        <p:spPr>
          <a:xfrm>
            <a:off x="741680" y="753517"/>
            <a:ext cx="474472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PH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628658-449E-BB3B-EC60-A2333197F9D4}"/>
              </a:ext>
            </a:extLst>
          </p:cNvPr>
          <p:cNvSpPr txBox="1"/>
          <p:nvPr/>
        </p:nvSpPr>
        <p:spPr>
          <a:xfrm>
            <a:off x="228075" y="165065"/>
            <a:ext cx="6229285" cy="24622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400" dirty="0"/>
              <a:t>Parade, Logistics &amp; Safety Protocols, Medical First Aid</a:t>
            </a:r>
          </a:p>
          <a:p>
            <a:endParaRPr lang="en-PH" sz="1400" dirty="0"/>
          </a:p>
          <a:p>
            <a:r>
              <a:rPr lang="en-PH" sz="1400" dirty="0"/>
              <a:t>Medical First Aid</a:t>
            </a:r>
          </a:p>
          <a:p>
            <a:r>
              <a:rPr lang="en-PH" sz="1400" dirty="0"/>
              <a:t>Lead: </a:t>
            </a:r>
            <a:r>
              <a:rPr lang="en-PH" sz="1400" dirty="0" err="1"/>
              <a:t>Mariecel</a:t>
            </a:r>
            <a:r>
              <a:rPr lang="en-PH" sz="1400" dirty="0"/>
              <a:t> Paguia (L5A)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Jovy Abejuela (L5A)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H" sz="1400" dirty="0"/>
          </a:p>
          <a:p>
            <a:r>
              <a:rPr lang="en-PH" sz="1400" dirty="0"/>
              <a:t>Parade, Logistics &amp; Safety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Lead: Conrad Tan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Ver Rabang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Ronald Racal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Fernando Reyes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DEDCA-595D-DEA6-F789-AAA004315407}"/>
              </a:ext>
            </a:extLst>
          </p:cNvPr>
          <p:cNvSpPr txBox="1"/>
          <p:nvPr/>
        </p:nvSpPr>
        <p:spPr>
          <a:xfrm>
            <a:off x="228075" y="2938061"/>
            <a:ext cx="7888403" cy="375487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</a:rPr>
              <a:t>Parade, Logistics &amp; Safety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Parade route/map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Room Assignments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Entrance and exit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Crowd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Children assigned to parents/guardians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Volunteers/marshals along the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Emergency contact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Emergency/evacuation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Lost-child procedure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Chairs/tables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Extension cords and power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Sound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Signage/directional arrows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Cleanup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</a:rPr>
              <a:t>Permission/venue requirements, if applicable</a:t>
            </a:r>
          </a:p>
        </p:txBody>
      </p:sp>
    </p:spTree>
    <p:extLst>
      <p:ext uri="{BB962C8B-B14F-4D97-AF65-F5344CB8AC3E}">
        <p14:creationId xmlns:p14="http://schemas.microsoft.com/office/powerpoint/2010/main" val="266100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F8E9-1891-E855-148A-59A093FD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D03126-0B3D-FA44-9857-49DA59481F15}"/>
              </a:ext>
            </a:extLst>
          </p:cNvPr>
          <p:cNvSpPr txBox="1"/>
          <p:nvPr/>
        </p:nvSpPr>
        <p:spPr>
          <a:xfrm>
            <a:off x="228075" y="165065"/>
            <a:ext cx="6229285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400" dirty="0"/>
              <a:t>Certificates, Bookmarks, Giveaways, Prizes </a:t>
            </a:r>
          </a:p>
          <a:p>
            <a:endParaRPr lang="en-PH" sz="1400" dirty="0"/>
          </a:p>
          <a:p>
            <a:r>
              <a:rPr lang="en-PH" sz="1400" dirty="0"/>
              <a:t>Lead: </a:t>
            </a:r>
            <a:r>
              <a:rPr lang="en-PH" sz="1400" dirty="0" err="1"/>
              <a:t>Geddah</a:t>
            </a:r>
            <a:r>
              <a:rPr lang="en-PH" sz="1400" dirty="0"/>
              <a:t> </a:t>
            </a:r>
            <a:r>
              <a:rPr lang="en-PH" sz="1400" dirty="0" err="1"/>
              <a:t>Ranoco</a:t>
            </a:r>
            <a:r>
              <a:rPr lang="en-PH" sz="1400" dirty="0"/>
              <a:t> (L8B)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Faustine Delos Reyes (L8B)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Marianne Caro (L5D)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Lovely </a:t>
            </a:r>
            <a:r>
              <a:rPr lang="en-PH" sz="1400" dirty="0" err="1"/>
              <a:t>Iwayan</a:t>
            </a:r>
            <a:r>
              <a:rPr lang="en-PH" sz="1400" dirty="0"/>
              <a:t> (L5D)</a:t>
            </a:r>
          </a:p>
          <a:p>
            <a:endParaRPr lang="en-PH" sz="1400" dirty="0"/>
          </a:p>
          <a:p>
            <a:endParaRPr lang="en-PH" sz="1400" dirty="0"/>
          </a:p>
          <a:p>
            <a:endParaRPr lang="en-PH" sz="1400" dirty="0"/>
          </a:p>
          <a:p>
            <a:endParaRPr lang="en-PH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B21AE-CDCD-F775-55C2-0D866981D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75" y="2628651"/>
            <a:ext cx="4366007" cy="38004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1400" dirty="0"/>
              <a:t>Certificates, Bookmarks, Giveaways, Prizes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Invitations &amp; Posters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Certificates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Participation Certificates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Judge certificates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Giveaways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Prizes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1400" dirty="0">
                <a:solidFill>
                  <a:schemeClr val="tx1"/>
                </a:solidFill>
              </a:rPr>
              <a:t>Prize bags (Candy Bags)</a:t>
            </a:r>
          </a:p>
          <a:p>
            <a:endParaRPr lang="en-PH" sz="1400" dirty="0">
              <a:solidFill>
                <a:schemeClr val="dk1"/>
              </a:solidFill>
            </a:endParaRPr>
          </a:p>
          <a:p>
            <a:endParaRPr lang="en-PH" sz="1600" dirty="0"/>
          </a:p>
        </p:txBody>
      </p:sp>
    </p:spTree>
    <p:extLst>
      <p:ext uri="{BB962C8B-B14F-4D97-AF65-F5344CB8AC3E}">
        <p14:creationId xmlns:p14="http://schemas.microsoft.com/office/powerpoint/2010/main" val="292010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4B2B-5903-D7D4-4BE3-71E2D00D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8C457-FEFD-F83D-AB62-BD67F588F507}"/>
              </a:ext>
            </a:extLst>
          </p:cNvPr>
          <p:cNvSpPr txBox="1"/>
          <p:nvPr/>
        </p:nvSpPr>
        <p:spPr>
          <a:xfrm>
            <a:off x="228075" y="165065"/>
            <a:ext cx="6229285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400" dirty="0"/>
              <a:t>Finance Accounts &amp; Refreshments</a:t>
            </a:r>
          </a:p>
          <a:p>
            <a:endParaRPr lang="en-PH" sz="1400" dirty="0"/>
          </a:p>
          <a:p>
            <a:r>
              <a:rPr lang="en-PH" sz="1400" dirty="0"/>
              <a:t>Lead: Genia Avenido (L8E)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Patricio Agcaoili (L8A)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 err="1"/>
              <a:t>Heidelisha</a:t>
            </a:r>
            <a:r>
              <a:rPr lang="en-PH" sz="1400" dirty="0"/>
              <a:t> San Diego (L8D)</a:t>
            </a:r>
          </a:p>
          <a:p>
            <a:endParaRPr lang="en-PH" sz="1400" dirty="0"/>
          </a:p>
          <a:p>
            <a:endParaRPr lang="en-PH" sz="1400" dirty="0"/>
          </a:p>
          <a:p>
            <a:endParaRPr lang="en-PH" sz="1400" dirty="0"/>
          </a:p>
          <a:p>
            <a:endParaRPr lang="en-PH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DF90-A15E-1CCF-B9C4-682F09BE8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77" y="2471672"/>
            <a:ext cx="6750988" cy="3816005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400" dirty="0"/>
              <a:t>Finance &amp; Refreshments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Budget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Expense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Cash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Receipts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Prize budget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Decoration budget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Printing budget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Refreshment budget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Refreshments: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Beverages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Snacks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Food for volunteers/judges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Trash bags</a:t>
            </a:r>
          </a:p>
          <a:p>
            <a:pPr marL="0" indent="0">
              <a:buNone/>
            </a:pPr>
            <a:br>
              <a:rPr lang="en-US" sz="1400" dirty="0"/>
            </a:br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360716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4484-ABFC-6EEE-80D2-5E2751DBE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7146913" cy="36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b="1" dirty="0"/>
              <a:t>Documentation &amp; Media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Photographer/Videographer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Parade photos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Individual saint/costume photos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Judges' deliberation/awarding photos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Group photo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Short Video/highlights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dirty="0"/>
              <a:t>Post-event album</a:t>
            </a:r>
          </a:p>
          <a:p>
            <a:pPr>
              <a:buFont typeface="Arial" panose="020B0604020202020204" pitchFamily="34" charset="0"/>
              <a:buChar char="•"/>
            </a:pPr>
            <a:endParaRPr lang="en-P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A6922-4B18-886B-DE60-F2409632B1DC}"/>
              </a:ext>
            </a:extLst>
          </p:cNvPr>
          <p:cNvSpPr txBox="1"/>
          <p:nvPr/>
        </p:nvSpPr>
        <p:spPr>
          <a:xfrm>
            <a:off x="228075" y="165065"/>
            <a:ext cx="6229285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400" dirty="0"/>
              <a:t>Documentation &amp; SDE Highlight (1min video)</a:t>
            </a:r>
          </a:p>
          <a:p>
            <a:endParaRPr lang="en-PH" sz="1400" dirty="0"/>
          </a:p>
          <a:p>
            <a:r>
              <a:rPr lang="en-PH" sz="1400" dirty="0"/>
              <a:t>Lead: Hervey Avenido (L5A)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Shea Andrei San Diego (Core Team)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 err="1"/>
              <a:t>Aldrine</a:t>
            </a:r>
            <a:r>
              <a:rPr lang="en-PH" sz="1400" dirty="0"/>
              <a:t> Agcaoili (L8F)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Daniel Garcia (L8F)</a:t>
            </a:r>
          </a:p>
          <a:p>
            <a:endParaRPr lang="en-PH" sz="1400" dirty="0"/>
          </a:p>
          <a:p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370414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38579-7B5E-300D-D5B6-3FDF0FC2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75" y="2113455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Decorations &amp; Theme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Event backdrop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Saint-themed decorations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Balloons/garlands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Photo booth (if possible)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Banner per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Color/theme coordination</a:t>
            </a:r>
          </a:p>
          <a:p>
            <a:pPr>
              <a:buFont typeface="Arial" panose="020B0604020202020204" pitchFamily="34" charset="0"/>
              <a:buChar char="•"/>
            </a:pP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8B7AC-00AF-7014-A8A3-AC36D048E325}"/>
              </a:ext>
            </a:extLst>
          </p:cNvPr>
          <p:cNvSpPr txBox="1"/>
          <p:nvPr/>
        </p:nvSpPr>
        <p:spPr>
          <a:xfrm>
            <a:off x="228075" y="165065"/>
            <a:ext cx="6229285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400" dirty="0"/>
              <a:t>Decorations &amp; Theme </a:t>
            </a:r>
          </a:p>
          <a:p>
            <a:endParaRPr lang="en-PH" sz="1400" dirty="0"/>
          </a:p>
          <a:p>
            <a:r>
              <a:rPr lang="en-PH" sz="1400" dirty="0"/>
              <a:t>Lead: Philip </a:t>
            </a:r>
            <a:r>
              <a:rPr lang="en-PH" sz="1400" dirty="0" err="1"/>
              <a:t>Fontelo</a:t>
            </a:r>
            <a:r>
              <a:rPr lang="en-PH" sz="1400" dirty="0"/>
              <a:t> (L9A)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Elaiza </a:t>
            </a:r>
            <a:r>
              <a:rPr lang="en-PH" sz="1400" dirty="0" err="1"/>
              <a:t>Fontelo</a:t>
            </a:r>
            <a:r>
              <a:rPr lang="en-PH" sz="1400"/>
              <a:t> (L9A)</a:t>
            </a:r>
            <a:endParaRPr lang="en-PH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Ana Hernandez (L5B)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1400" dirty="0"/>
              <a:t>Sabrina Bumatay (L5B)</a:t>
            </a:r>
          </a:p>
          <a:p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407975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A691-805C-7F2B-BB3C-DDA91CAA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00AF6-3AA6-ED76-6AAE-CA7965300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185994" cy="4570811"/>
          </a:xfrm>
        </p:spPr>
        <p:txBody>
          <a:bodyPr>
            <a:normAutofit fontScale="85000" lnSpcReduction="20000"/>
          </a:bodyPr>
          <a:lstStyle/>
          <a:p>
            <a:r>
              <a:rPr lang="en-PH" sz="1600" dirty="0"/>
              <a:t>Assigned Saints per Class </a:t>
            </a:r>
          </a:p>
          <a:p>
            <a:r>
              <a:rPr lang="en-PH" sz="1600" dirty="0"/>
              <a:t>Schedule of Batches</a:t>
            </a:r>
          </a:p>
          <a:p>
            <a:r>
              <a:rPr lang="en-PH" sz="1600" dirty="0"/>
              <a:t>Room Assignments</a:t>
            </a:r>
          </a:p>
          <a:p>
            <a:r>
              <a:rPr lang="en-PH" sz="1600" dirty="0"/>
              <a:t>Certificate of Participation (Template)</a:t>
            </a:r>
          </a:p>
          <a:p>
            <a:r>
              <a:rPr lang="en-PH" sz="1600" dirty="0"/>
              <a:t>Bookmark (Template) </a:t>
            </a:r>
          </a:p>
          <a:p>
            <a:r>
              <a:rPr lang="en-PH" sz="1600" dirty="0"/>
              <a:t>Class Banners and Saint Representative lead each section</a:t>
            </a:r>
          </a:p>
          <a:p>
            <a:pPr marL="0" indent="0">
              <a:buNone/>
            </a:pPr>
            <a:endParaRPr lang="en-PH" sz="1600" dirty="0"/>
          </a:p>
          <a:p>
            <a:r>
              <a:rPr lang="en-PH" sz="1600" dirty="0"/>
              <a:t>Parade and Ground Set Up</a:t>
            </a:r>
          </a:p>
          <a:p>
            <a:endParaRPr lang="en-PH" sz="1600" dirty="0"/>
          </a:p>
          <a:p>
            <a:r>
              <a:rPr lang="en-PH" sz="1600" dirty="0"/>
              <a:t>Program Timeline</a:t>
            </a:r>
          </a:p>
          <a:p>
            <a:r>
              <a:rPr lang="en-PH" sz="1600" dirty="0"/>
              <a:t>Program Flow</a:t>
            </a:r>
          </a:p>
          <a:p>
            <a:r>
              <a:rPr lang="en-PH" sz="1600" dirty="0"/>
              <a:t>Program Mechanics &amp; Guideline</a:t>
            </a:r>
          </a:p>
          <a:p>
            <a:r>
              <a:rPr lang="en-PH" sz="1600" dirty="0"/>
              <a:t>Program Flow for Logistics Guide </a:t>
            </a:r>
          </a:p>
          <a:p>
            <a:endParaRPr lang="en-PH" sz="1600" dirty="0"/>
          </a:p>
          <a:p>
            <a:r>
              <a:rPr lang="en-PH" sz="1600" dirty="0"/>
              <a:t>Directory Database</a:t>
            </a:r>
          </a:p>
        </p:txBody>
      </p:sp>
    </p:spTree>
    <p:extLst>
      <p:ext uri="{BB962C8B-B14F-4D97-AF65-F5344CB8AC3E}">
        <p14:creationId xmlns:p14="http://schemas.microsoft.com/office/powerpoint/2010/main" val="335338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701A-DA3A-7BD1-9AF3-577B0BB3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Things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C271-9EEB-1727-AB42-E65CB2DC2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Costume guidelines: no tailor-made or expensive costumes; focus on creativity and simplicity etc.</a:t>
            </a:r>
            <a:br>
              <a:rPr lang="en-US" dirty="0"/>
            </a:br>
            <a:r>
              <a:rPr lang="en-US" dirty="0"/>
              <a:t>Two batches for parade organization and logistics preparation.</a:t>
            </a:r>
            <a:br>
              <a:rPr lang="en-US" dirty="0"/>
            </a:br>
            <a:r>
              <a:rPr lang="en-US" dirty="0"/>
              <a:t>Program schedule, holding rooms, and logistics to be managed for both batches.</a:t>
            </a:r>
            <a:br>
              <a:rPr lang="en-US" dirty="0"/>
            </a:br>
            <a:r>
              <a:rPr lang="en-US" dirty="0"/>
              <a:t>Tuesday October 2 -  raffle for saint assignments (all level coordinators)</a:t>
            </a:r>
          </a:p>
          <a:p>
            <a:r>
              <a:rPr lang="en-US" dirty="0"/>
              <a:t>No Children’s Mass at Alverna / Main Church.</a:t>
            </a:r>
            <a:br>
              <a:rPr lang="en-US" dirty="0"/>
            </a:br>
            <a:r>
              <a:rPr lang="en-US" dirty="0"/>
              <a:t>Children should rest and eat before catechism.</a:t>
            </a:r>
            <a:br>
              <a:rPr lang="en-US" dirty="0"/>
            </a:br>
            <a:r>
              <a:rPr lang="en-US" dirty="0"/>
              <a:t>Costume rule: simple, child-safe, inexpensive.</a:t>
            </a:r>
            <a:br>
              <a:rPr lang="en-US" dirty="0"/>
            </a:br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41472358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</TotalTime>
  <Words>658</Words>
  <Application>Microsoft Office PowerPoint</Application>
  <PresentationFormat>Widescreen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Possible award categories: Best Saint Costume Most Creative Costume Most Historical/Authentic Best Presentation Most Joyful Spirit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Pending</vt:lpstr>
      <vt:lpstr>Things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reap_philippines@outlook.com</dc:creator>
  <cp:lastModifiedBy>reap_philippines@outlook.com</cp:lastModifiedBy>
  <cp:revision>10</cp:revision>
  <dcterms:created xsi:type="dcterms:W3CDTF">2026-09-30T16:23:05Z</dcterms:created>
  <dcterms:modified xsi:type="dcterms:W3CDTF">2026-09-30T18:24:37Z</dcterms:modified>
</cp:coreProperties>
</file>