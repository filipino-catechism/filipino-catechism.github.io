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0" r:id="rId4"/>
    <p:sldId id="259" r:id="rId5"/>
    <p:sldId id="263" r:id="rId6"/>
    <p:sldId id="261" r:id="rId7"/>
    <p:sldId id="262" r:id="rId8"/>
    <p:sldId id="265" r:id="rId9"/>
    <p:sldId id="264" r:id="rId10"/>
    <p:sldId id="268" r:id="rId11"/>
    <p:sldId id="266" r:id="rId12"/>
    <p:sldId id="267" r:id="rId13"/>
    <p:sldId id="272" r:id="rId14"/>
    <p:sldId id="269" r:id="rId15"/>
    <p:sldId id="270" r:id="rId16"/>
    <p:sldId id="271" r:id="rId17"/>
    <p:sldId id="274" r:id="rId18"/>
    <p:sldId id="273" r:id="rId19"/>
    <p:sldId id="275" r:id="rId20"/>
    <p:sldId id="280" r:id="rId21"/>
    <p:sldId id="276" r:id="rId22"/>
    <p:sldId id="277" r:id="rId23"/>
    <p:sldId id="278" r:id="rId24"/>
    <p:sldId id="279" r:id="rId25"/>
    <p:sldId id="281" r:id="rId26"/>
    <p:sldId id="286" r:id="rId27"/>
    <p:sldId id="282" r:id="rId28"/>
    <p:sldId id="283" r:id="rId29"/>
    <p:sldId id="284" r:id="rId30"/>
    <p:sldId id="285" r:id="rId31"/>
    <p:sldId id="292" r:id="rId32"/>
    <p:sldId id="287" r:id="rId33"/>
    <p:sldId id="288" r:id="rId34"/>
    <p:sldId id="289" r:id="rId35"/>
    <p:sldId id="290" r:id="rId36"/>
    <p:sldId id="291" r:id="rId37"/>
    <p:sldId id="294" r:id="rId38"/>
    <p:sldId id="293" r:id="rId39"/>
    <p:sldId id="295" r:id="rId40"/>
    <p:sldId id="297" r:id="rId41"/>
    <p:sldId id="296" r:id="rId42"/>
    <p:sldId id="303" r:id="rId43"/>
    <p:sldId id="298" r:id="rId44"/>
    <p:sldId id="299" r:id="rId45"/>
    <p:sldId id="300" r:id="rId46"/>
    <p:sldId id="301" r:id="rId47"/>
    <p:sldId id="302" r:id="rId48"/>
    <p:sldId id="305" r:id="rId49"/>
    <p:sldId id="304" r:id="rId50"/>
    <p:sldId id="306" r:id="rId51"/>
  </p:sldIdLst>
  <p:sldSz cx="12192000" cy="6858000"/>
  <p:notesSz cx="6858000" cy="9144000"/>
  <p:photoAlbum layout="1pic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05366-1AF4-3A86-E0A5-53ECED4414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3BB6B-463D-652A-6224-7D5D01922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B4C07-B357-4C5D-C72E-15447D1D3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963B-8B25-43B0-A051-5E4A62537F6C}" type="datetimeFigureOut">
              <a:rPr lang="en-PH" smtClean="0"/>
              <a:t>04/10/2026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F0147-8AD3-CD8A-4B9D-269FCFC2C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E2E4A-8AE9-2595-E9A3-2B7B0F7C3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F199-9DDC-43F7-8944-A70A58D6742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51722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7CEF-609A-E94E-81BB-8BBB67D0E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67A49-277E-23E6-CCE8-9B434FE33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840DC-E92C-53F2-C924-0FA0FD86F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963B-8B25-43B0-A051-5E4A62537F6C}" type="datetimeFigureOut">
              <a:rPr lang="en-PH" smtClean="0"/>
              <a:t>04/10/2026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015BB-70AB-7BB8-63FF-8CF9F7624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F1BF2-70E9-8AB2-C22D-9A3DE133C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F199-9DDC-43F7-8944-A70A58D6742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04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B2A1A-9670-06C1-719F-5C76C2391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8DF41-184B-78E4-F298-38BA8621E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3BBAD-8E28-D6AD-934E-199DF4685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963B-8B25-43B0-A051-5E4A62537F6C}" type="datetimeFigureOut">
              <a:rPr lang="en-PH" smtClean="0"/>
              <a:t>04/10/2026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ECFD6-49E9-A2C6-20B1-7C130C61F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E04E8-E013-4555-5C74-8DD92E4C6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F199-9DDC-43F7-8944-A70A58D6742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8620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2EAB0-B32B-E219-448D-422FC7B2D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DC946-A545-81A6-3EA0-840B90FC5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7E01A-EB22-3BDF-4622-2B4C49450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C48A4-4D96-355E-1CAC-D4C381AB7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963B-8B25-43B0-A051-5E4A62537F6C}" type="datetimeFigureOut">
              <a:rPr lang="en-PH" smtClean="0"/>
              <a:t>04/10/2026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02C46-9A0F-687A-4326-33ECCF33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7F936-39A6-4419-7FC1-C4018C4AF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F199-9DDC-43F7-8944-A70A58D6742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1346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91494-99AE-3847-7F39-39F6DE9F8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79508-D3E3-181D-BA98-BECA36840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0CEE6D-4F0F-BFE3-8303-E21C08090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84059-ECA3-9C2E-5C36-C36FE32C98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45C893-E69B-2949-E56E-860EB54EAF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1E52BB-D21C-E1DF-4103-03A7D5218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963B-8B25-43B0-A051-5E4A62537F6C}" type="datetimeFigureOut">
              <a:rPr lang="en-PH" smtClean="0"/>
              <a:t>04/10/2026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828A1A-59B7-3740-8D8D-FC7D4F8D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0E057-13BF-0B53-DE29-CD80DB118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F199-9DDC-43F7-8944-A70A58D6742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37502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62EB0-D435-3E7C-C97D-A139FCD92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E29379-40D6-95BD-9AC3-378CE13C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963B-8B25-43B0-A051-5E4A62537F6C}" type="datetimeFigureOut">
              <a:rPr lang="en-PH" smtClean="0"/>
              <a:t>04/10/2026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3D6D8A-46BE-613C-F1A9-05DD81A96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EA6239-37C1-40CF-06AD-7C529E3E8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F199-9DDC-43F7-8944-A70A58D6742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0134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BC1607-1429-6FAC-03B5-6403C1A1C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963B-8B25-43B0-A051-5E4A62537F6C}" type="datetimeFigureOut">
              <a:rPr lang="en-PH" smtClean="0"/>
              <a:t>04/10/2026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F4B0B-9C8A-6205-CAAE-B56E9511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14BB7-14F1-795D-D45C-FEA9D478D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F199-9DDC-43F7-8944-A70A58D6742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79822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1C562-D593-31CF-08C0-36F988C1C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5A1C3-3355-D2A4-A3FC-3322F0C2D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578C5-A5EF-8163-780E-C816A06D8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63126-F2EB-1056-2F16-01DAAB159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963B-8B25-43B0-A051-5E4A62537F6C}" type="datetimeFigureOut">
              <a:rPr lang="en-PH" smtClean="0"/>
              <a:t>04/10/2026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598D8-7475-5C99-5831-7C063BF00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DB613-C17B-CBC9-5041-FB17BABAB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F199-9DDC-43F7-8944-A70A58D6742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48343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B906-338A-6962-7735-37A1B5034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ABB3C0-146A-1A06-043D-5B445AA2C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C25EB-18D0-7082-9D67-CD6C77B1E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33377-387F-29B2-7D38-4C1D223B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963B-8B25-43B0-A051-5E4A62537F6C}" type="datetimeFigureOut">
              <a:rPr lang="en-PH" smtClean="0"/>
              <a:t>04/10/2026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C1B1C-5982-FB8E-11CF-94E544158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868DF-0B93-E733-BD89-041FBD629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F199-9DDC-43F7-8944-A70A58D6742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61984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35212-90F4-37C5-303B-C0357DC99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4975CE-7230-10A3-32A4-E83A3FD0A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05F20-FB33-1569-8F1C-3AC21004F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963B-8B25-43B0-A051-5E4A62537F6C}" type="datetimeFigureOut">
              <a:rPr lang="en-PH" smtClean="0"/>
              <a:t>04/10/2026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FC2EB-3502-4AD5-6E6B-EA2D21BFB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CDA68-7039-1509-834D-BF659D806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F199-9DDC-43F7-8944-A70A58D6742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29981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7FAD89-2259-25A0-2E35-0738F74076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91DF5-2DCC-A9B8-081F-E010A1E73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E9F2F-1A73-B206-4481-58467372F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963B-8B25-43B0-A051-5E4A62537F6C}" type="datetimeFigureOut">
              <a:rPr lang="en-PH" smtClean="0"/>
              <a:t>04/10/2026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8CC24-B11D-5E61-3080-B62B6A3FC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15C46-CC75-0BE9-31AC-7ABF83EE3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F199-9DDC-43F7-8944-A70A58D6742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86376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1F91A7-8FD5-C011-69F2-E4DEFC8EB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2EA21-8829-3BF8-5D42-A3C4A9FCF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8FC04-5BE9-2F15-C68D-686B89918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8963B-8B25-43B0-A051-5E4A62537F6C}" type="datetimeFigureOut">
              <a:rPr lang="en-PH" smtClean="0"/>
              <a:t>04/10/2026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29954-23AD-C974-2BE0-703A6B0812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5E29B-D0B1-B924-941E-607C9E0DE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BF199-9DDC-43F7-8944-A70A58D6742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647018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3.01 AM">
            <a:extLst>
              <a:ext uri="{FF2B5EF4-FFF2-40B4-BE49-F238E27FC236}">
                <a16:creationId xmlns:a16="http://schemas.microsoft.com/office/drawing/2014/main" id="{9B74C6D2-4EA3-E86A-7E48-7F7682F30A3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868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3.01 AM (1)">
            <a:extLst>
              <a:ext uri="{FF2B5EF4-FFF2-40B4-BE49-F238E27FC236}">
                <a16:creationId xmlns:a16="http://schemas.microsoft.com/office/drawing/2014/main" id="{5E553C54-F141-B6E3-10C1-665F47B4D51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960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3.42 AM">
            <a:extLst>
              <a:ext uri="{FF2B5EF4-FFF2-40B4-BE49-F238E27FC236}">
                <a16:creationId xmlns:a16="http://schemas.microsoft.com/office/drawing/2014/main" id="{2AC5608F-2928-C577-4FD7-5E85FDB0F95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972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3.42 AM (1)">
            <a:extLst>
              <a:ext uri="{FF2B5EF4-FFF2-40B4-BE49-F238E27FC236}">
                <a16:creationId xmlns:a16="http://schemas.microsoft.com/office/drawing/2014/main" id="{63876391-94A5-07FA-D02E-E12ABE91184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043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4.09 AM">
            <a:extLst>
              <a:ext uri="{FF2B5EF4-FFF2-40B4-BE49-F238E27FC236}">
                <a16:creationId xmlns:a16="http://schemas.microsoft.com/office/drawing/2014/main" id="{4A54774B-C2E1-AF55-242C-D8971585705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184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4.09 AM (1)">
            <a:extLst>
              <a:ext uri="{FF2B5EF4-FFF2-40B4-BE49-F238E27FC236}">
                <a16:creationId xmlns:a16="http://schemas.microsoft.com/office/drawing/2014/main" id="{CE430D02-5DE9-F2A4-5F5A-8F497ACAC3D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82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4.09 AM (2)">
            <a:extLst>
              <a:ext uri="{FF2B5EF4-FFF2-40B4-BE49-F238E27FC236}">
                <a16:creationId xmlns:a16="http://schemas.microsoft.com/office/drawing/2014/main" id="{956FAA07-BD44-0370-A1BE-45A1704DA3E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750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5.19 AM">
            <a:extLst>
              <a:ext uri="{FF2B5EF4-FFF2-40B4-BE49-F238E27FC236}">
                <a16:creationId xmlns:a16="http://schemas.microsoft.com/office/drawing/2014/main" id="{5FE72BB3-D665-76C7-A556-5CC6F01E9AA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24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5.19 AM (1)">
            <a:extLst>
              <a:ext uri="{FF2B5EF4-FFF2-40B4-BE49-F238E27FC236}">
                <a16:creationId xmlns:a16="http://schemas.microsoft.com/office/drawing/2014/main" id="{5189598B-F934-EB1E-9E2A-12DC0E2B96E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492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5.20 AM">
            <a:extLst>
              <a:ext uri="{FF2B5EF4-FFF2-40B4-BE49-F238E27FC236}">
                <a16:creationId xmlns:a16="http://schemas.microsoft.com/office/drawing/2014/main" id="{0B5B6C77-1A88-F654-60FC-493F107C130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481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5.20 AM (1)">
            <a:extLst>
              <a:ext uri="{FF2B5EF4-FFF2-40B4-BE49-F238E27FC236}">
                <a16:creationId xmlns:a16="http://schemas.microsoft.com/office/drawing/2014/main" id="{21CFCF75-3718-2739-1E85-9BDFDAC73B7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627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5.20 AM (2)">
            <a:extLst>
              <a:ext uri="{FF2B5EF4-FFF2-40B4-BE49-F238E27FC236}">
                <a16:creationId xmlns:a16="http://schemas.microsoft.com/office/drawing/2014/main" id="{59AB356D-C958-7851-9619-15091F8ECF7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644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5.48 AM">
            <a:extLst>
              <a:ext uri="{FF2B5EF4-FFF2-40B4-BE49-F238E27FC236}">
                <a16:creationId xmlns:a16="http://schemas.microsoft.com/office/drawing/2014/main" id="{FB7218AE-63EA-22AF-FDC5-61A33FFB206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376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5.48 AM (1)">
            <a:extLst>
              <a:ext uri="{FF2B5EF4-FFF2-40B4-BE49-F238E27FC236}">
                <a16:creationId xmlns:a16="http://schemas.microsoft.com/office/drawing/2014/main" id="{E3EC2EDF-4F04-C2BD-9316-F4666B1ED08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772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5.48 AM (2)">
            <a:extLst>
              <a:ext uri="{FF2B5EF4-FFF2-40B4-BE49-F238E27FC236}">
                <a16:creationId xmlns:a16="http://schemas.microsoft.com/office/drawing/2014/main" id="{680AB8F7-B4C9-BD1B-4309-F3D918F150C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647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5.48 AM (3)">
            <a:extLst>
              <a:ext uri="{FF2B5EF4-FFF2-40B4-BE49-F238E27FC236}">
                <a16:creationId xmlns:a16="http://schemas.microsoft.com/office/drawing/2014/main" id="{BDF80CE0-419D-16E0-313D-2B27E800D66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692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5.49 AM">
            <a:extLst>
              <a:ext uri="{FF2B5EF4-FFF2-40B4-BE49-F238E27FC236}">
                <a16:creationId xmlns:a16="http://schemas.microsoft.com/office/drawing/2014/main" id="{7B7D7D15-146C-9B35-ECDE-9AFF967AC79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52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5.49 AM (1)">
            <a:extLst>
              <a:ext uri="{FF2B5EF4-FFF2-40B4-BE49-F238E27FC236}">
                <a16:creationId xmlns:a16="http://schemas.microsoft.com/office/drawing/2014/main" id="{7D11C5C3-E71E-12CF-B186-CE48F2D4A1E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24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6.14 AM">
            <a:extLst>
              <a:ext uri="{FF2B5EF4-FFF2-40B4-BE49-F238E27FC236}">
                <a16:creationId xmlns:a16="http://schemas.microsoft.com/office/drawing/2014/main" id="{80272CBC-2CDB-3D0F-5D90-0DE24A7DCF7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03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6.15 AM">
            <a:extLst>
              <a:ext uri="{FF2B5EF4-FFF2-40B4-BE49-F238E27FC236}">
                <a16:creationId xmlns:a16="http://schemas.microsoft.com/office/drawing/2014/main" id="{FF1F8F05-B810-D628-9995-B081806E741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587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6.15 AM (1)">
            <a:extLst>
              <a:ext uri="{FF2B5EF4-FFF2-40B4-BE49-F238E27FC236}">
                <a16:creationId xmlns:a16="http://schemas.microsoft.com/office/drawing/2014/main" id="{4E6A8665-395A-F227-0AA8-3DE74BB87BD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418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6.15 AM (2)">
            <a:extLst>
              <a:ext uri="{FF2B5EF4-FFF2-40B4-BE49-F238E27FC236}">
                <a16:creationId xmlns:a16="http://schemas.microsoft.com/office/drawing/2014/main" id="{A41862FB-832C-7494-772A-814F8199562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516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6.15 AM (3)">
            <a:extLst>
              <a:ext uri="{FF2B5EF4-FFF2-40B4-BE49-F238E27FC236}">
                <a16:creationId xmlns:a16="http://schemas.microsoft.com/office/drawing/2014/main" id="{ED688A15-41C7-0BAF-6FE4-0FD606468FB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59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6.15 AM (4)">
            <a:extLst>
              <a:ext uri="{FF2B5EF4-FFF2-40B4-BE49-F238E27FC236}">
                <a16:creationId xmlns:a16="http://schemas.microsoft.com/office/drawing/2014/main" id="{DB811AC9-AAB1-D273-DC0D-354A3918131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6045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6.40 AM">
            <a:extLst>
              <a:ext uri="{FF2B5EF4-FFF2-40B4-BE49-F238E27FC236}">
                <a16:creationId xmlns:a16="http://schemas.microsoft.com/office/drawing/2014/main" id="{AA1115AF-50C4-3185-AF14-37563A3A7A7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655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6.41 AM">
            <a:extLst>
              <a:ext uri="{FF2B5EF4-FFF2-40B4-BE49-F238E27FC236}">
                <a16:creationId xmlns:a16="http://schemas.microsoft.com/office/drawing/2014/main" id="{DB9444CB-A702-9D6F-B217-2AB9DB874F2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407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6.41 AM (1)">
            <a:extLst>
              <a:ext uri="{FF2B5EF4-FFF2-40B4-BE49-F238E27FC236}">
                <a16:creationId xmlns:a16="http://schemas.microsoft.com/office/drawing/2014/main" id="{C4CF5AA6-1C57-E39F-DE3A-A61463CF0BC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8692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6.41 AM (2)">
            <a:extLst>
              <a:ext uri="{FF2B5EF4-FFF2-40B4-BE49-F238E27FC236}">
                <a16:creationId xmlns:a16="http://schemas.microsoft.com/office/drawing/2014/main" id="{6D3C8F91-61FD-2602-84ED-28A2B6CDBDB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636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6.41 AM (3)">
            <a:extLst>
              <a:ext uri="{FF2B5EF4-FFF2-40B4-BE49-F238E27FC236}">
                <a16:creationId xmlns:a16="http://schemas.microsoft.com/office/drawing/2014/main" id="{1C4F7EEE-D347-99C8-EA9F-0B8B234092F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6303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6.41 AM (4)">
            <a:extLst>
              <a:ext uri="{FF2B5EF4-FFF2-40B4-BE49-F238E27FC236}">
                <a16:creationId xmlns:a16="http://schemas.microsoft.com/office/drawing/2014/main" id="{5A3298D2-D567-ACC6-1ABC-70A7C29D4EA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7857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E358F-00EB-19C8-915E-0CF2F48B9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7.12 AM">
            <a:extLst>
              <a:ext uri="{FF2B5EF4-FFF2-40B4-BE49-F238E27FC236}">
                <a16:creationId xmlns:a16="http://schemas.microsoft.com/office/drawing/2014/main" id="{A12F4008-118B-9076-1A22-ACF5A723EF4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484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7.12 AM (1)">
            <a:extLst>
              <a:ext uri="{FF2B5EF4-FFF2-40B4-BE49-F238E27FC236}">
                <a16:creationId xmlns:a16="http://schemas.microsoft.com/office/drawing/2014/main" id="{0FE5F02B-EE5E-97F7-BE79-9BCF1813750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3749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7.12 AM (2)">
            <a:extLst>
              <a:ext uri="{FF2B5EF4-FFF2-40B4-BE49-F238E27FC236}">
                <a16:creationId xmlns:a16="http://schemas.microsoft.com/office/drawing/2014/main" id="{80FCD4C3-7F9A-C01D-AFDC-367461766D3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545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7.12 AM (3)">
            <a:extLst>
              <a:ext uri="{FF2B5EF4-FFF2-40B4-BE49-F238E27FC236}">
                <a16:creationId xmlns:a16="http://schemas.microsoft.com/office/drawing/2014/main" id="{9B5D6F3C-B7A5-51CC-0ADB-3778850D92B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064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7.12 AM (4)">
            <a:extLst>
              <a:ext uri="{FF2B5EF4-FFF2-40B4-BE49-F238E27FC236}">
                <a16:creationId xmlns:a16="http://schemas.microsoft.com/office/drawing/2014/main" id="{91097735-D68C-EC1B-50DA-FB4250A2574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8940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7.12 AM (5)">
            <a:extLst>
              <a:ext uri="{FF2B5EF4-FFF2-40B4-BE49-F238E27FC236}">
                <a16:creationId xmlns:a16="http://schemas.microsoft.com/office/drawing/2014/main" id="{E34E30F7-92D4-546B-A4B1-D55C9254606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3286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7.44 AM">
            <a:extLst>
              <a:ext uri="{FF2B5EF4-FFF2-40B4-BE49-F238E27FC236}">
                <a16:creationId xmlns:a16="http://schemas.microsoft.com/office/drawing/2014/main" id="{4128CEC4-09EF-12CD-357A-CE76566583D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2860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7.44 AM (1)">
            <a:extLst>
              <a:ext uri="{FF2B5EF4-FFF2-40B4-BE49-F238E27FC236}">
                <a16:creationId xmlns:a16="http://schemas.microsoft.com/office/drawing/2014/main" id="{52FB9DFC-F483-653B-E732-7AEDE6571CB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4610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7.45 AM">
            <a:extLst>
              <a:ext uri="{FF2B5EF4-FFF2-40B4-BE49-F238E27FC236}">
                <a16:creationId xmlns:a16="http://schemas.microsoft.com/office/drawing/2014/main" id="{2CE40F41-7E66-71D8-2D3C-EF582A278D8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098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7.46 AM">
            <a:extLst>
              <a:ext uri="{FF2B5EF4-FFF2-40B4-BE49-F238E27FC236}">
                <a16:creationId xmlns:a16="http://schemas.microsoft.com/office/drawing/2014/main" id="{A5FD47D2-7D7F-6733-2251-8040F71441F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8853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7.46 AM (1)">
            <a:extLst>
              <a:ext uri="{FF2B5EF4-FFF2-40B4-BE49-F238E27FC236}">
                <a16:creationId xmlns:a16="http://schemas.microsoft.com/office/drawing/2014/main" id="{27E81A83-ED53-1B1D-2F72-3DD86017257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6334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8.13 AM">
            <a:extLst>
              <a:ext uri="{FF2B5EF4-FFF2-40B4-BE49-F238E27FC236}">
                <a16:creationId xmlns:a16="http://schemas.microsoft.com/office/drawing/2014/main" id="{21DAD006-6A7F-724C-B91C-27294E6B489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3220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8.13 AM (1)">
            <a:extLst>
              <a:ext uri="{FF2B5EF4-FFF2-40B4-BE49-F238E27FC236}">
                <a16:creationId xmlns:a16="http://schemas.microsoft.com/office/drawing/2014/main" id="{BE62D47C-F6FD-9973-C4C3-5E6AB2E0FBB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9367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8.13 AM (2)">
            <a:extLst>
              <a:ext uri="{FF2B5EF4-FFF2-40B4-BE49-F238E27FC236}">
                <a16:creationId xmlns:a16="http://schemas.microsoft.com/office/drawing/2014/main" id="{711ED5DB-92C5-A9F7-C44E-7E5A522DC58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4457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8.13 AM (3)">
            <a:extLst>
              <a:ext uri="{FF2B5EF4-FFF2-40B4-BE49-F238E27FC236}">
                <a16:creationId xmlns:a16="http://schemas.microsoft.com/office/drawing/2014/main" id="{358E71C4-9699-EEB0-AA8E-17094CCF84F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307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8.13 AM (4)">
            <a:extLst>
              <a:ext uri="{FF2B5EF4-FFF2-40B4-BE49-F238E27FC236}">
                <a16:creationId xmlns:a16="http://schemas.microsoft.com/office/drawing/2014/main" id="{F7586F13-4B89-3FD5-82CA-662AEDC3CC4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861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8.13 AM (5)">
            <a:extLst>
              <a:ext uri="{FF2B5EF4-FFF2-40B4-BE49-F238E27FC236}">
                <a16:creationId xmlns:a16="http://schemas.microsoft.com/office/drawing/2014/main" id="{A6BBDB59-A696-09AD-3D93-21A15758236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0330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8.44 AM">
            <a:extLst>
              <a:ext uri="{FF2B5EF4-FFF2-40B4-BE49-F238E27FC236}">
                <a16:creationId xmlns:a16="http://schemas.microsoft.com/office/drawing/2014/main" id="{45B7907F-86B6-2390-34C1-F877DE23BB5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302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8.44 AM (1)">
            <a:extLst>
              <a:ext uri="{FF2B5EF4-FFF2-40B4-BE49-F238E27FC236}">
                <a16:creationId xmlns:a16="http://schemas.microsoft.com/office/drawing/2014/main" id="{A06C22F1-DD04-F415-B737-A3CE5F48720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669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11.49.13 AM">
            <a:extLst>
              <a:ext uri="{FF2B5EF4-FFF2-40B4-BE49-F238E27FC236}">
                <a16:creationId xmlns:a16="http://schemas.microsoft.com/office/drawing/2014/main" id="{6BB192AF-930F-55ED-AEC0-974B3443148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349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reap_philippines@outlook.com</dc:creator>
  <cp:lastModifiedBy>reap_philippines@outlook.com</cp:lastModifiedBy>
  <cp:revision>1</cp:revision>
  <dcterms:created xsi:type="dcterms:W3CDTF">2026-10-03T19:48:03Z</dcterms:created>
  <dcterms:modified xsi:type="dcterms:W3CDTF">2026-10-03T19:52:56Z</dcterms:modified>
</cp:coreProperties>
</file>